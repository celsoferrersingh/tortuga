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(0:00–0:25). Apresentar a equipe e o projeto em uma frase: Tortuga é um sistema de segurança do trabalho que usa visão computacional para detectar EPI e postura de risco, e avisa o operador no corpo, por um cinto vestível. Desenvolvido no Challenge SPI em parceria com a FIAP.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0:25–1:00. O problema é de escala e de latência: fiscalização humana não cobre todas as estações, e o alerta tradicional não chega a quem corre risco. O Tortuga inverte isso — monitora continuamente, avisa no corpo, e transforma o histórico em previsão.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1:00–1:35. Quatro diferenciais. O cinto é o mais visível. A predição é o mais técnico: não é contagem, é inferência estatística com validação de premissa. A configuração visual foi construída a partir de um apontamento real de campo. A fusão resolve oclusão.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1:35–2:05. Pilha inteiramente em Python no servidor e C++ no dispositivo. Destaque: o motor estatístico não usa biblioteca externa — foi implementado do zero, o que permitiu adicionar o diagnóstico de superdispersão.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2:05–2:30. Fluxo: câmera → detector (um processo por estação) → servidor, que é a autoridade: grava, audita e distribui para o dashboard, para o cinto e para a exportação. O check-in por QR amarra operador, cinto e estação.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2:30–3:15. Esta é a Fase 1 e 2 rodando sobre câmera IP real da metaindústria. Mostrar a detecção de pessoas e EPI, o esqueleto da pose e a zona de exclusão que impede o braço robótico de ser lido como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3:15–3:50. Aqui está o diferencial de ciência de dados. Cada operador tem uma taxa estimada; a previsão vem da Poisson e o tempo de espera da Geométrica. Se os dados mostram superdispersão, o sistema alarga os intervalos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3:50–4:10. Este ponto nasceu de um apontamento em campo. O gestor desenha sobre a imagem real e a mudança chega ao detector em segundos, sem reiniciar. Nenhuma edição de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4:10–4:30. O cinto foi validado em campo: ligamos a exigência de capacete, a violação disparou o alerta, e ao normalizar ele voltou sozinho para o estado de conformidade.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4:30–4:45. Quatro trechos que sustentam o projeto: o motor estatístico, a regra de violação para modelo só-positivos, o filtro espacial da zona de exclusão e o firmware do cinto.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4:45–5:00. Ser honesto sobre o estágio: o núcleo está funcional e validado em campo. O que falta é refinamento — modelo com dados próprios, geometria entre câmeras e visualização de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Reforçar a frase-chave: o Tortuga não conta acidentes, ele antecipa.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TORTUGA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50592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ativa para a indústria — visão computacional e ciência de dados aplicadas à segurança do trabalho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346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SPI × FIAP 2026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Celso Fernando Ferrer Singh — RM 565643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Alberto Lenis Rodriguez — RM 559744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Monteiro Khouri — RM 555572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Arantes da Silva Philippi — RM 557594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Kagio Miura Neto — RM 5592212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 — problema que o projeto resolve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por ausência de EPI e por postura inadequada seguem entre as principais causas de afastamento na indústria.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fiscalização é humana, pontual e não escala: um técnico não observa todas as estações o tempo todo.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alerta existe, ele acende numa tela distante — quem está em risco não fica sabendo.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age depois do incidente: falta antecipação.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0D1B2A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virada do Tortuga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contar acidentes. Prever.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260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contínua em todas as estações, sem depender de presença humana.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aviso chega ao corpo do operador em menos de 1 segundo.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vira previsão: quem tende a se acidentar e em quantos turnos.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o projeto inovador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 — diferenciais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20240"/>
            <a:ext cx="384048" cy="38404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476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Cinto vestível ESP32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40864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alerta vai ao corpo: LED, tela OLED, som e vibração. Quem está em risco sabe na hora, sem olhar para tela nenhuma.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1920240"/>
            <a:ext cx="384048" cy="384048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19476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 estatística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40864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estima a probabilidade no próximo turno; a Binomial Negativa responde em quantos turnos. Superdispersão é detectada e tratada.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977640"/>
            <a:ext cx="384048" cy="38404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0050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77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visual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98264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desenha zonas de risco e de exclusão sobre a imagem real da câmera, no navegador, sem editar arquivo nem reiniciar.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3977640"/>
            <a:ext cx="384048" cy="384048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40050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977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Fusão multi-câmera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398264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ângulos, uma decisão: o EPI ocultado por um ângulo não vira falso alarme.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 — tecnologias e módulos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3A — linguagens, frameworks, bibliotecas e integrações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46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computacional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755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YOLOv8 (Ultralytics) para EPI · YOLOv8-pose (17 keypoints) · OpenCV · PyTorch (CUDA / Metal / CPU)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578608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 predição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511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risk_engine próprio: Poisson, Binomial Negativa, Teorema do Limite Central e teste de hipóteses — só biblioteca padrão (math)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374136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e dados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3467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(API REST) · SQLite em modo WAL · trilha de auditoria append-only encadeada por hash (SHA-256 + HMAC)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69664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142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HTML/CSS/JS com Chart.js · telas de configuração e check-in por QR (qrcode) · tema claro/escuro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09744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965192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4928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Borda (IoT)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937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(Arduino/C++) · WiFiManager · OLED SSD1306 · buzzer, LED e motor de vibração · HTTP/JSON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05272"/>
            <a:ext cx="11064240" cy="694944"/>
          </a:xfrm>
          <a:prstGeom prst="roundRect">
            <a:avLst>
              <a:gd name="adj" fmla="val 11842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60720"/>
            <a:ext cx="118872" cy="384048"/>
          </a:xfrm>
          <a:prstGeom prst="roundRect">
            <a:avLst>
              <a:gd name="adj" fmla="val 38462"/>
            </a:avLst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" y="5724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57332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· venv · scripts de diagnóstico próprios (doctor, RTSP, varredura de rede) · notebooks de treino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da solução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3B — integrações entre os componentes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EAF3F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2768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IP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87752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· 4 estações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(sub-stream 640×480)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21488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AF3F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72968" y="2276856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(por estação)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587752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CLAHE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EPI + YOLOv8-pose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exclusão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4E5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227685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Flask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587752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/api/*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hash-chain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81160" y="8686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AF9E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90888" y="9966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90888" y="130759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preditivo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× BN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81160" y="24688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90888" y="25968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Cinto ESP32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390888" y="290779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· buzzer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vibração · 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811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2F2F4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90888" y="419709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4507992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CSV/HTML assinado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3434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27648" y="447141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por QR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47823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→ operador ativo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3017520"/>
            <a:ext cx="411480" cy="0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06440" y="3017520"/>
            <a:ext cx="411480" cy="0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69680" y="2788920"/>
            <a:ext cx="411480" cy="-1234440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69680" y="3017520"/>
            <a:ext cx="411480" cy="45720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69680" y="3291840"/>
            <a:ext cx="411480" cy="1325880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43800" y="4343400"/>
            <a:ext cx="0" cy="-429768"/>
          </a:xfrm>
          <a:prstGeom prst="line">
            <a:avLst/>
          </a:prstGeom>
          <a:noFill/>
          <a:ln w="2222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detector só reporta o que vê; o servidor decide, registra e distribui. Multi-câmera na mesma estação → fusão de ângulos.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— detecção ao vivo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— protótipo em funcionamento na metaindústria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52360" cy="4480560"/>
          </a:xfrm>
          <a:prstGeom prst="roundRect">
            <a:avLst>
              <a:gd name="adj" fmla="val 1224"/>
            </a:avLst>
          </a:prstGeom>
          <a:solidFill>
            <a:srgbClr val="FAFAFC"/>
          </a:solidFill>
          <a:ln w="15875">
            <a:solidFill>
              <a:srgbClr val="0071E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350215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PARA O PRINT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67912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janela do detector (EPI + pose) rodando na câmera da planta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1645920"/>
            <a:ext cx="3337560" cy="4480560"/>
          </a:xfrm>
          <a:prstGeom prst="roundRect">
            <a:avLst>
              <a:gd name="adj" fmla="val 2466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28600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de EPI com a confiança do modelo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da pose e índices RULA / REBA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exclusão em laranja sobre a máquina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Quadros por segundo e estação identificada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— dashboard preditivo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— a Fase 3 em operação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52360" cy="4480560"/>
          </a:xfrm>
          <a:prstGeom prst="roundRect">
            <a:avLst>
              <a:gd name="adj" fmla="val 1224"/>
            </a:avLst>
          </a:prstGeom>
          <a:solidFill>
            <a:srgbClr val="FAFAFC"/>
          </a:solidFill>
          <a:ln w="15875">
            <a:solidFill>
              <a:srgbClr val="0071E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350215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PARA O PRINT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67912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dashboard: KPIs, risco por operador e selo da Binomial Negativa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1645920"/>
            <a:ext cx="3337560" cy="4480560"/>
          </a:xfrm>
          <a:prstGeom prst="roundRect">
            <a:avLst>
              <a:gd name="adj" fmla="val 2466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28600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incidente no próximo turno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até o próximo incidente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validação do modelo (φ)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por área com sugestão da IA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— configuração pelo gestor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— usabilidade sem tocar em código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52360" cy="4480560"/>
          </a:xfrm>
          <a:prstGeom prst="roundRect">
            <a:avLst>
              <a:gd name="adj" fmla="val 1224"/>
            </a:avLst>
          </a:prstGeom>
          <a:solidFill>
            <a:srgbClr val="FAFAFC"/>
          </a:solidFill>
          <a:ln w="15875">
            <a:solidFill>
              <a:srgbClr val="0071E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350215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PARA O PRINT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67912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da tela /config com a imagem da câmera ao fundo e o retângulo desenhado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1645920"/>
            <a:ext cx="3337560" cy="4480560"/>
          </a:xfrm>
          <a:prstGeom prst="roundRect">
            <a:avLst>
              <a:gd name="adj" fmla="val 2466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28600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real da câmera como fundo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exclusão desenhada com o mouse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do detector por estação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EPI por operador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— cinto ESP32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 — o alerta que chega ao corpo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52360" cy="4480560"/>
          </a:xfrm>
          <a:prstGeom prst="roundRect">
            <a:avLst>
              <a:gd name="adj" fmla="val 1224"/>
            </a:avLst>
          </a:prstGeom>
          <a:solidFill>
            <a:srgbClr val="FAFAFC"/>
          </a:solidFill>
          <a:ln w="15875">
            <a:solidFill>
              <a:srgbClr val="0071E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350215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PARA O PRINT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67912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ou foto do cinto: OLED, LED e o alerta disparando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1645920"/>
            <a:ext cx="3337560" cy="4480560"/>
          </a:xfrm>
          <a:prstGeom prst="roundRect">
            <a:avLst>
              <a:gd name="adj" fmla="val 2466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observar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28600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Violação detectada → som, luz e vibração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educativa no OLED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automático ao verde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em rede isolada, via ponto de acesso do PC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códigos desenvolvidos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6 — o núcleo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0161F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92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risk_engine.py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preditivo — Poisson, Binomial Negativa e teste de hipóteses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 = k / t                      # taxa do operador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p_next = 1 - exp(-lam * horizon) # Poisson: chance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 = 1 / (1 - exp(-lam))        # Geometrica: quando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 = chi2 / dof                 # dispersao (Pearson)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phi &gt; 1.5: ci *= sqrt(phi)    # robustez (BN)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2148840"/>
          </a:xfrm>
          <a:prstGeom prst="roundRect">
            <a:avLst>
              <a:gd name="adj" fmla="val 2979"/>
            </a:avLst>
          </a:prstGeom>
          <a:solidFill>
            <a:srgbClr val="10161F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detector.py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03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violação em modelo só-positivos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8716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EPI exigido que NAO aparece = ausente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= [d.class_name for d in dets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not d.is_violation]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[e for e in required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e not in present]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10161F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123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gui.py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exclusão — remove a máquina da cena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1888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cx, cy = centro(bbox)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ignorado = any(x1*W &lt;= cx &lt;= x2*W and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y1*H &lt;= cy &lt;= y2*H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(x1,y1,x2,y2) in zonas)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dets = [d for d in dets if not ignorado(d)]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303520" cy="2148840"/>
          </a:xfrm>
          <a:prstGeom prst="roundRect">
            <a:avLst>
              <a:gd name="adj" fmla="val 2979"/>
            </a:avLst>
          </a:prstGeom>
          <a:solidFill>
            <a:srgbClr val="10161F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123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tortuga_esp32.ino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434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do cinto — alerta não bloqueante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81888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handleStatus() {   // POST /status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gSev = parseSev(sev, status);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applyState();         // LED+OLED+buzzer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auto-clear em 7 s sem novo alerta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Perspectivas — o que falta até a entrega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EAF9EF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E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funcional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EPI e de postura em câmeras IP reais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preditivo com Poisson × Binomial Negativa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Cinto ESP32 validado em campo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risco e de exclusão configuráveis pelo gestor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Multi-câmera, fusão de ângulos e auditoria assinada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por QR e perfis de EPI por operador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FFF4E5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8745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andamento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do modelo com o conjunto de imagens da própria SPI (99 fotos rotuladas)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Homografia entre câmeras para casar a mesma pessoa por geometria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de auditoria e de fusão dentro do dashboard (hoje via API)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automatizado da base de produção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para as demais câmeras da planta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que age antes do acidente.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Tortuga · Challenge SPI × FIAP 2026 · Validado em campo na metaindústria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github.com/celsoferrersingh/tortuga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2026-09-18T18:39:25Z</dcterms:created>
  <dcterms:modified xsi:type="dcterms:W3CDTF">2026-09-18T18:39:25Z</dcterms:modified>
</cp:coreProperties>
</file>